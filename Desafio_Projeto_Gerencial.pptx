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Botão -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-pie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x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Período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Este visual busca descrever a proporção de vendas por produtos através de um gráfico de barra clusterizado horizontal. O produto mais vendido corresponde ao Paseo. Em contrapartida o produto Carretera teve o pior desempenho.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clean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tremap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Next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RadarChart1446119667547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waterfallChart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74eb6721-cf67-48d9-ab5e-6d49b313856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500d65de77e84056" /><Relationship Type="http://schemas.openxmlformats.org/officeDocument/2006/relationships/slideLayout" Target="/ppt/slideLayouts/slideLayout8.xml" Id="Rf8e576027e5846de" /><Relationship Type="http://schemas.openxmlformats.org/officeDocument/2006/relationships/hyperlink" Target="https://app.powerbi.com/groups/me/reports/74eb6721-cf67-48d9-ab5e-6d49b3138569/?pbi_source=PowerPoint" TargetMode="External" Id="RelId0" /><Relationship Type="http://schemas.openxmlformats.org/officeDocument/2006/relationships/image" Target="/ppt/media/image4.png" Id="imgId416656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5e1bc041fb9f44b8" /><Relationship Type="http://schemas.openxmlformats.org/officeDocument/2006/relationships/slideLayout" Target="/ppt/slideLayouts/slideLayout8.xml" Id="R3ba4cf617df047b5" /><Relationship Type="http://schemas.openxmlformats.org/officeDocument/2006/relationships/hyperlink" Target="https://app.powerbi.com/groups/me/reports/74eb6721-cf67-48d9-ab5e-6d49b3138569/?pbi_source=PowerPoint" TargetMode="External" Id="RelId1" /><Relationship Type="http://schemas.openxmlformats.org/officeDocument/2006/relationships/image" Target="/ppt/media/image5.png" Id="imgId416656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b3c79b100d3c4308" /><Relationship Type="http://schemas.openxmlformats.org/officeDocument/2006/relationships/slideLayout" Target="/ppt/slideLayouts/slideLayout8.xml" Id="Rc0b3ee8baaab4207" /><Relationship Type="http://schemas.openxmlformats.org/officeDocument/2006/relationships/hyperlink" Target="https://app.powerbi.com/groups/me/reports/74eb6721-cf67-48d9-ab5e-6d49b3138569/?pbi_source=PowerPoint" TargetMode="External" Id="RelId2" /><Relationship Type="http://schemas.openxmlformats.org/officeDocument/2006/relationships/image" Target="/ppt/media/image6.png" Id="imgId41665643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Desafio_Projeto_Gerencial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08/02/2026 16:09:16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08/02/2026 16:05:52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 ,actionButton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166564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page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Botão - bar ,Botão -pie ,Vendas x Segmento ,donutChart ,Vendas por Período ,shape ,Vendas por Produto ,clean ,actionButton ,textbox ,slicer ,shape ,image ,card ,card ,card ,card ,card ,textbox ,shape ,Botão - map ,Botão - tremap ,Sales x Country ,Sales x Country ,Botão - Next ,fundo_purple ,shape ,image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166564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Principal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ChicletSlicer1448559807354 ,RadarChart1446119667547 ,decompositionTreeVisual ,waterfallChart ,treemap ,shape ,shape ,imag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166564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Desafio_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